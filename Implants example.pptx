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5" r:id="rId6"/>
    <p:sldId id="266" r:id="rId7"/>
    <p:sldId id="267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AB10D-F12B-4A48-98A3-7347EE3D2EE8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C82C43-1C64-4F04-8F3B-685A518D41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53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C82C43-1C64-4F04-8F3B-685A518D418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886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C474F-9190-EBFB-BDDD-8CBB08A16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4C2B96-8B00-F4A8-E724-89E1A911E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F3328-24BD-C6DB-2274-1E200004C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7D5CC-76B5-443D-9222-1686FC46E254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9BE80-F469-F347-7B00-20F7888E9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B2D2B-486D-E82F-E911-0CC715B3E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FF29-6E2C-4CF5-980E-BC5B718E7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07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25AA2-0E0A-4B76-74F7-EFA86FE05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BE9B1-3B23-F90A-DF5A-115073D19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BF9AC-FD7A-447B-DE5D-3EBB4FA86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7D5CC-76B5-443D-9222-1686FC46E254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CFCD8-3639-A485-5976-97670F32C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1BA68-51B9-C3F2-B2B9-785B7599F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FF29-6E2C-4CF5-980E-BC5B718E7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01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18EA2-EC3B-F50F-C4E0-BC27D4240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4933E-4A67-DCAE-7413-CFF0154BC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62048-6121-DB68-C916-245FC61E3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7D5CC-76B5-443D-9222-1686FC46E254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84E0F-E1AE-B7B4-B772-C0CA04249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40D99-5FEE-9530-8856-6185DCAA0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FF29-6E2C-4CF5-980E-BC5B718E7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739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A9C0-02A1-40C6-261C-91D88BD0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7EFDE-A76C-57A7-840A-CE3C0026D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94E9E-4D46-CDE1-5718-1B2FE94AA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9F27F-F2FD-0937-5178-A358169FD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7D5CC-76B5-443D-9222-1686FC46E254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F7B9B-E6CA-5661-27C4-A97F8B9D2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EBF75-2DBF-C112-275E-E3E761C9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FF29-6E2C-4CF5-980E-BC5B718E7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961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62533-B5BD-5529-918C-72C9C7C32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62C50-371F-58F3-5092-F7EB961E5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D79B2-A3A1-BDA5-03E6-4F9B64BF3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24F90B-3F09-A479-8DEF-DC55C319F0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470115-21AA-3BC1-9465-B4B258878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4103AE-9F17-D0DE-2288-8BD63ED65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7D5CC-76B5-443D-9222-1686FC46E254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90B6AD-EDF9-087D-F8E0-529EF1B1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94B17D-D0D3-B9C3-4DB3-8105D3F8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FF29-6E2C-4CF5-980E-BC5B718E7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301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57959-8346-28AB-DFF7-8AF35B0F6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C12CBC-B43B-6FD8-2AD5-21337D82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7D5CC-76B5-443D-9222-1686FC46E254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5F427F-1EBF-5AE0-30B1-489DBED73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695BC-11F0-EFFC-FE3D-4A7C3050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FF29-6E2C-4CF5-980E-BC5B718E7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821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C883BF-9A4E-0F56-9CED-44F08E374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7D5CC-76B5-443D-9222-1686FC46E254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13971F-0244-3757-A4EA-56A73E31A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71EB6D-D939-BCF6-B4AF-C9C854A6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FF29-6E2C-4CF5-980E-BC5B718E7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90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AE0E9-4D92-9DAC-E587-19ACDC53C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3D38E-3C0F-DB77-E0CE-63A483C80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8E7FF-A770-A47F-1B63-877261BFC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2D306-2A44-40F4-A06C-A79FE0109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7D5CC-76B5-443D-9222-1686FC46E254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9F31C-F03A-6AF2-349E-F4DD1A081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574E8-C3D3-3BC9-935C-A2EA49AF7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FF29-6E2C-4CF5-980E-BC5B718E7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930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67A36-1390-A8AB-9B4F-E25AE794A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7B18EB-E8D6-D424-53B0-B1EBB2E185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DF0292-D56B-881B-AAF9-C6CE3DD87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0771E-D1E7-2FFB-0BD8-44C231673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7D5CC-76B5-443D-9222-1686FC46E254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BA0B2-EA93-55A4-4277-53F507F9C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D25EB-69D2-8E98-D7A9-6E3461817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FF29-6E2C-4CF5-980E-BC5B718E7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89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248C8-671B-1710-8E4B-C05890BAA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073946-65A7-A05F-B19C-A0DA74B3A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97B45-F85D-E992-13D1-7BF8BC543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7D5CC-76B5-443D-9222-1686FC46E254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1E802-AFD0-C3BA-242B-A3556B193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3E2B1-D909-2668-76A7-4AF946CE0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FF29-6E2C-4CF5-980E-BC5B718E7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27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79FD40-BDF1-C7FB-D526-A929F039AD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6E209-89D5-86E0-75E5-5ADD740F9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20962-518E-918F-A1A8-982EC7E86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7D5CC-76B5-443D-9222-1686FC46E254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89358-F0BF-1D49-7744-C4247BDE6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6B069-3EA4-0CB3-9F90-EC368767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2FF29-6E2C-4CF5-980E-BC5B718E7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911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6E983-7069-875F-A9DB-D681B5C08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442D2-9953-4329-88DE-843F5C1B4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3E285-54D4-476C-C188-6ED313C47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7D5CC-76B5-443D-9222-1686FC46E254}" type="datetimeFigureOut">
              <a:rPr lang="en-IN" smtClean="0"/>
              <a:t>04-07-2025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03197-FB73-2D2D-29B3-194F3AD46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8EC33-5F31-C39C-3503-F6301D8E3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2FF29-6E2C-4CF5-980E-BC5B718E7F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139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JPG"/><Relationship Id="rId5" Type="http://schemas.openxmlformats.org/officeDocument/2006/relationships/image" Target="../media/image13.png"/><Relationship Id="rId10" Type="http://schemas.openxmlformats.org/officeDocument/2006/relationships/image" Target="../media/image18.JP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jpg"/><Relationship Id="rId5" Type="http://schemas.openxmlformats.org/officeDocument/2006/relationships/image" Target="../media/image26.png"/><Relationship Id="rId10" Type="http://schemas.openxmlformats.org/officeDocument/2006/relationships/image" Target="../media/image31.JP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jp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JPG"/><Relationship Id="rId9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jpg"/><Relationship Id="rId3" Type="http://schemas.openxmlformats.org/officeDocument/2006/relationships/image" Target="../media/image44.PNG"/><Relationship Id="rId7" Type="http://schemas.openxmlformats.org/officeDocument/2006/relationships/image" Target="../media/image48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g"/><Relationship Id="rId11" Type="http://schemas.openxmlformats.org/officeDocument/2006/relationships/image" Target="../media/image52.JP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e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jpg"/><Relationship Id="rId11" Type="http://schemas.openxmlformats.org/officeDocument/2006/relationships/image" Target="../media/image62.png"/><Relationship Id="rId5" Type="http://schemas.openxmlformats.org/officeDocument/2006/relationships/image" Target="../media/image56.jpeg"/><Relationship Id="rId10" Type="http://schemas.openxmlformats.org/officeDocument/2006/relationships/image" Target="../media/image61.png"/><Relationship Id="rId4" Type="http://schemas.openxmlformats.org/officeDocument/2006/relationships/image" Target="../media/image55.jpg"/><Relationship Id="rId9" Type="http://schemas.openxmlformats.org/officeDocument/2006/relationships/image" Target="../media/image6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B9C6-959D-0F36-48F0-39185A304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252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/>
              <a:t>Knee Implants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3E99D-1C28-C5C5-C92F-DA93875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95" y="1363286"/>
            <a:ext cx="11853949" cy="5361709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5FCCE6-5B71-DE90-1306-2309119D0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65" y="1448998"/>
            <a:ext cx="1006741" cy="19886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385E49-1BAD-315A-53CB-3B75A182FF90}"/>
              </a:ext>
            </a:extLst>
          </p:cNvPr>
          <p:cNvSpPr txBox="1"/>
          <p:nvPr/>
        </p:nvSpPr>
        <p:spPr>
          <a:xfrm>
            <a:off x="80356" y="1035190"/>
            <a:ext cx="1687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Depuy</a:t>
            </a:r>
            <a:r>
              <a:rPr lang="en-IN" dirty="0"/>
              <a:t> Attune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31EBA4-BA4A-6A63-EADC-AF13222158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338" y="1616381"/>
            <a:ext cx="1518848" cy="16538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DF38668-314B-A01F-E417-CD07E8C83E74}"/>
              </a:ext>
            </a:extLst>
          </p:cNvPr>
          <p:cNvSpPr txBox="1"/>
          <p:nvPr/>
        </p:nvSpPr>
        <p:spPr>
          <a:xfrm>
            <a:off x="1839648" y="1102586"/>
            <a:ext cx="1764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Depuy</a:t>
            </a:r>
            <a:r>
              <a:rPr lang="en-IN" dirty="0"/>
              <a:t> LCS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8DAD5F3-022D-EBC0-D15A-EA793C4394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671" y="1471918"/>
            <a:ext cx="1006740" cy="21521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D44F73-32C7-7254-62A3-6B2D06F76B7F}"/>
              </a:ext>
            </a:extLst>
          </p:cNvPr>
          <p:cNvSpPr txBox="1"/>
          <p:nvPr/>
        </p:nvSpPr>
        <p:spPr>
          <a:xfrm>
            <a:off x="3604610" y="1091082"/>
            <a:ext cx="3140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Depuy</a:t>
            </a:r>
            <a:r>
              <a:rPr lang="en-IN" dirty="0"/>
              <a:t> PFC CR Mobile bearing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A3BF5B-8A1E-B8D6-021E-688117F453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535" y="1471918"/>
            <a:ext cx="1059006" cy="23146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F73FFCD-492C-93B5-D70A-E7781F133885}"/>
              </a:ext>
            </a:extLst>
          </p:cNvPr>
          <p:cNvSpPr txBox="1"/>
          <p:nvPr/>
        </p:nvSpPr>
        <p:spPr>
          <a:xfrm>
            <a:off x="6769519" y="1079198"/>
            <a:ext cx="2775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Depuy</a:t>
            </a:r>
            <a:r>
              <a:rPr lang="en-IN" dirty="0"/>
              <a:t> sigma partial knee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5BF9DE2-EC79-A40C-7F54-718A2436F9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9722" y="1519743"/>
            <a:ext cx="1724078" cy="22668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99E2E44-FF6F-A43C-E067-B538DDD4A258}"/>
              </a:ext>
            </a:extLst>
          </p:cNvPr>
          <p:cNvSpPr txBox="1"/>
          <p:nvPr/>
        </p:nvSpPr>
        <p:spPr>
          <a:xfrm>
            <a:off x="9569743" y="1023686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Exatech</a:t>
            </a:r>
            <a:r>
              <a:rPr lang="en-IN" dirty="0"/>
              <a:t> </a:t>
            </a:r>
            <a:r>
              <a:rPr lang="en-IN" dirty="0" err="1"/>
              <a:t>Optetrak</a:t>
            </a: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4CA0FF6-C0E6-4823-CE89-FD31DCE3A9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23" y="4752670"/>
            <a:ext cx="1328166" cy="182560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C0C26BF-2AFF-2809-5083-626B1463A420}"/>
              </a:ext>
            </a:extLst>
          </p:cNvPr>
          <p:cNvSpPr txBox="1"/>
          <p:nvPr/>
        </p:nvSpPr>
        <p:spPr>
          <a:xfrm>
            <a:off x="277966" y="4256116"/>
            <a:ext cx="1949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Howmedica</a:t>
            </a:r>
            <a:r>
              <a:rPr lang="en-IN" dirty="0"/>
              <a:t> Avon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1093C2E-84AB-6130-40ED-E03ECF4177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309" y="4781948"/>
            <a:ext cx="1089754" cy="196994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ACDC16D-31A5-499A-35E7-00534BF20AC5}"/>
              </a:ext>
            </a:extLst>
          </p:cNvPr>
          <p:cNvSpPr txBox="1"/>
          <p:nvPr/>
        </p:nvSpPr>
        <p:spPr>
          <a:xfrm>
            <a:off x="2248083" y="4282266"/>
            <a:ext cx="2402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Howmedica</a:t>
            </a:r>
            <a:r>
              <a:rPr lang="en-IN" dirty="0"/>
              <a:t> </a:t>
            </a:r>
            <a:r>
              <a:rPr lang="en-IN" dirty="0" err="1"/>
              <a:t>Duraccon</a:t>
            </a:r>
            <a:endParaRPr lang="en-IN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EAF4B00-09C7-C334-31F0-25F2F7B40F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943" y="4781948"/>
            <a:ext cx="1182919" cy="159889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B26D5BB-6C2C-4D95-379B-D6C3FFE6816C}"/>
              </a:ext>
            </a:extLst>
          </p:cNvPr>
          <p:cNvSpPr txBox="1"/>
          <p:nvPr/>
        </p:nvSpPr>
        <p:spPr>
          <a:xfrm>
            <a:off x="4852640" y="4289061"/>
            <a:ext cx="2211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Howmedica</a:t>
            </a:r>
            <a:r>
              <a:rPr lang="en-IN" dirty="0"/>
              <a:t> </a:t>
            </a:r>
            <a:r>
              <a:rPr lang="en-IN" dirty="0" err="1"/>
              <a:t>Kinemax</a:t>
            </a:r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ADA8CC3-50DB-E9D8-8941-4383EEE5BC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347" y="4832435"/>
            <a:ext cx="1246868" cy="149791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18372DA-9301-A930-2E95-FC1418C40A5F}"/>
              </a:ext>
            </a:extLst>
          </p:cNvPr>
          <p:cNvSpPr txBox="1"/>
          <p:nvPr/>
        </p:nvSpPr>
        <p:spPr>
          <a:xfrm>
            <a:off x="7859021" y="4256116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iduo</a:t>
            </a:r>
            <a:endParaRPr lang="en-IN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C4EF7B3-8008-1877-8A31-2C0A568D08F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937" y="4828829"/>
            <a:ext cx="1382863" cy="1834481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094726E3-9B87-74C6-1B10-0F050437CE50}"/>
              </a:ext>
            </a:extLst>
          </p:cNvPr>
          <p:cNvSpPr txBox="1"/>
          <p:nvPr/>
        </p:nvSpPr>
        <p:spPr>
          <a:xfrm>
            <a:off x="9193878" y="4329147"/>
            <a:ext cx="2917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Implantcast</a:t>
            </a:r>
            <a:r>
              <a:rPr lang="en-IN" dirty="0"/>
              <a:t> PS fixed bearing</a:t>
            </a:r>
          </a:p>
        </p:txBody>
      </p:sp>
    </p:spTree>
    <p:extLst>
      <p:ext uri="{BB962C8B-B14F-4D97-AF65-F5344CB8AC3E}">
        <p14:creationId xmlns:p14="http://schemas.microsoft.com/office/powerpoint/2010/main" val="2749284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B9C6-959D-0F36-48F0-39185A304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073" y="222919"/>
            <a:ext cx="10515600" cy="831908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/>
              <a:t>Knee Implants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3E99D-1C28-C5C5-C92F-DA938759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95" y="1363286"/>
            <a:ext cx="11853949" cy="5361709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8752C-8308-34F8-B761-E51FD98CE5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58" y="1464826"/>
            <a:ext cx="1709067" cy="2206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B48A44-F75C-71CF-565C-291CF3208C67}"/>
              </a:ext>
            </a:extLst>
          </p:cNvPr>
          <p:cNvSpPr txBox="1"/>
          <p:nvPr/>
        </p:nvSpPr>
        <p:spPr>
          <a:xfrm>
            <a:off x="257695" y="1024019"/>
            <a:ext cx="2219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Adler Ortho Genus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5ABC2C-E131-0A64-21C6-1CADA7CBCB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91" y="4450371"/>
            <a:ext cx="1644634" cy="20886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32A31D-0C2D-A55D-244A-6816E748D2E3}"/>
              </a:ext>
            </a:extLst>
          </p:cNvPr>
          <p:cNvSpPr txBox="1"/>
          <p:nvPr/>
        </p:nvSpPr>
        <p:spPr>
          <a:xfrm>
            <a:off x="257695" y="3895877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Aesculap</a:t>
            </a:r>
            <a:r>
              <a:rPr lang="en-IN" dirty="0"/>
              <a:t> Columbus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8F40E2-4961-20BB-2686-E71B1A28BC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076" y="1533559"/>
            <a:ext cx="1005890" cy="21375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E87EE97-079D-FA41-0C64-D6ED88AE5628}"/>
              </a:ext>
            </a:extLst>
          </p:cNvPr>
          <p:cNvSpPr txBox="1"/>
          <p:nvPr/>
        </p:nvSpPr>
        <p:spPr>
          <a:xfrm>
            <a:off x="2693323" y="1113905"/>
            <a:ext cx="2081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Bbarun</a:t>
            </a:r>
            <a:r>
              <a:rPr lang="en-IN" dirty="0"/>
              <a:t> Emotion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1ADC57B-19BD-FEBA-2161-2BC55D14EC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304" y="4406939"/>
            <a:ext cx="1569650" cy="20715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9C6B9E8-2062-E2B2-BD25-3ED6393FC530}"/>
              </a:ext>
            </a:extLst>
          </p:cNvPr>
          <p:cNvSpPr txBox="1"/>
          <p:nvPr/>
        </p:nvSpPr>
        <p:spPr>
          <a:xfrm>
            <a:off x="2533304" y="3919450"/>
            <a:ext cx="1625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Biomet AGC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D35825-BE2A-06A5-9B0C-F9794A0D90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4427833" y="4417891"/>
            <a:ext cx="1337818" cy="20749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F4CC308-6C9B-325B-FB9D-185DC39164F7}"/>
              </a:ext>
            </a:extLst>
          </p:cNvPr>
          <p:cNvSpPr txBox="1"/>
          <p:nvPr/>
        </p:nvSpPr>
        <p:spPr>
          <a:xfrm>
            <a:off x="4422994" y="3919450"/>
            <a:ext cx="1837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Biomet Maxim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8B758A2-BA9F-B5C3-749A-E9FB0214A3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5691" y="1712200"/>
            <a:ext cx="1520309" cy="197513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06D309D-F809-3558-0721-EB9C9F47CF0A}"/>
              </a:ext>
            </a:extLst>
          </p:cNvPr>
          <p:cNvSpPr txBox="1"/>
          <p:nvPr/>
        </p:nvSpPr>
        <p:spPr>
          <a:xfrm>
            <a:off x="4544877" y="1110275"/>
            <a:ext cx="1916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Bioimpianti</a:t>
            </a:r>
            <a:r>
              <a:rPr lang="en-IN" dirty="0"/>
              <a:t> </a:t>
            </a:r>
            <a:r>
              <a:rPr lang="en-IN" dirty="0" err="1"/>
              <a:t>Kmod</a:t>
            </a:r>
            <a:endParaRPr lang="en-I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9A14C87-BEBE-26F2-84CE-9226391083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284" y="4417891"/>
            <a:ext cx="1005891" cy="217125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B5CAD16-860F-E188-83B9-E127DE01E26C}"/>
              </a:ext>
            </a:extLst>
          </p:cNvPr>
          <p:cNvSpPr txBox="1"/>
          <p:nvPr/>
        </p:nvSpPr>
        <p:spPr>
          <a:xfrm>
            <a:off x="6773004" y="3823855"/>
            <a:ext cx="1711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Biolox</a:t>
            </a:r>
            <a:r>
              <a:rPr lang="en-IN" dirty="0"/>
              <a:t> Delta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8505022-A2C5-88E7-ED66-44C28E2EC5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457" y="4310617"/>
            <a:ext cx="1087330" cy="230284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ABCC038-B36C-5EFD-5DB4-CD3F978F1094}"/>
              </a:ext>
            </a:extLst>
          </p:cNvPr>
          <p:cNvSpPr txBox="1"/>
          <p:nvPr/>
        </p:nvSpPr>
        <p:spPr>
          <a:xfrm>
            <a:off x="8484089" y="3839565"/>
            <a:ext cx="1912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Biomet Vanguard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5D0C9FA-FEC1-8433-75BB-3CD5D9F2F0C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692" y="1695946"/>
            <a:ext cx="895483" cy="197513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2CF8350-0B60-0BF6-1FFB-25100D93FCE2}"/>
              </a:ext>
            </a:extLst>
          </p:cNvPr>
          <p:cNvSpPr txBox="1"/>
          <p:nvPr/>
        </p:nvSpPr>
        <p:spPr>
          <a:xfrm>
            <a:off x="6740340" y="1113905"/>
            <a:ext cx="2220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Corentec</a:t>
            </a:r>
            <a:r>
              <a:rPr lang="en-IN" dirty="0"/>
              <a:t>  </a:t>
            </a:r>
            <a:r>
              <a:rPr lang="en-IN" dirty="0" err="1"/>
              <a:t>Lospo</a:t>
            </a:r>
            <a:endParaRPr lang="en-IN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3A7CB93-57C2-58EC-5ACD-071E30FB1BF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6610" y="1732618"/>
            <a:ext cx="1501206" cy="1979613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87AD84D4-D97B-0623-A273-8373CAC10FE4}"/>
              </a:ext>
            </a:extLst>
          </p:cNvPr>
          <p:cNvSpPr txBox="1"/>
          <p:nvPr/>
        </p:nvSpPr>
        <p:spPr>
          <a:xfrm>
            <a:off x="8758502" y="1129615"/>
            <a:ext cx="170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Depuy</a:t>
            </a:r>
            <a:r>
              <a:rPr lang="en-IN" dirty="0"/>
              <a:t> AMK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2904516-726D-C470-BDBF-419D18DC264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0051" y="1822634"/>
            <a:ext cx="1200479" cy="175426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C88878A-49B7-AF3B-60B8-F0AF1FED19BE}"/>
              </a:ext>
            </a:extLst>
          </p:cNvPr>
          <p:cNvSpPr txBox="1"/>
          <p:nvPr/>
        </p:nvSpPr>
        <p:spPr>
          <a:xfrm>
            <a:off x="10489785" y="1208685"/>
            <a:ext cx="1645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Maxx freedom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5C4044D-F4CD-936D-18CC-086C398CDD6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168" y="4434159"/>
            <a:ext cx="1636243" cy="205871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170EDA5-E9DD-B96B-5CAF-63B57F2F5D91}"/>
              </a:ext>
            </a:extLst>
          </p:cNvPr>
          <p:cNvSpPr txBox="1"/>
          <p:nvPr/>
        </p:nvSpPr>
        <p:spPr>
          <a:xfrm>
            <a:off x="10396848" y="3895877"/>
            <a:ext cx="1795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Biopro</a:t>
            </a:r>
            <a:r>
              <a:rPr lang="en-IN" dirty="0"/>
              <a:t>  Townley</a:t>
            </a:r>
          </a:p>
        </p:txBody>
      </p:sp>
    </p:spTree>
    <p:extLst>
      <p:ext uri="{BB962C8B-B14F-4D97-AF65-F5344CB8AC3E}">
        <p14:creationId xmlns:p14="http://schemas.microsoft.com/office/powerpoint/2010/main" val="2173727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86EA1F-FE91-2E8B-C8DF-2A7A38B842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00" y="1930924"/>
            <a:ext cx="1222289" cy="140247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99CD32-74C7-C73E-7826-36D5EAE651A9}"/>
              </a:ext>
            </a:extLst>
          </p:cNvPr>
          <p:cNvSpPr txBox="1"/>
          <p:nvPr/>
        </p:nvSpPr>
        <p:spPr>
          <a:xfrm>
            <a:off x="99754" y="1397296"/>
            <a:ext cx="2103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Microport</a:t>
            </a:r>
            <a:r>
              <a:rPr lang="en-IN" dirty="0"/>
              <a:t> Evolution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A99596-F586-0D2E-03E6-91119CD2B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943" y="1908422"/>
            <a:ext cx="1108657" cy="171005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3852DE-6EC5-3CFC-3E87-D461B023AC5B}"/>
              </a:ext>
            </a:extLst>
          </p:cNvPr>
          <p:cNvSpPr txBox="1"/>
          <p:nvPr/>
        </p:nvSpPr>
        <p:spPr>
          <a:xfrm>
            <a:off x="2493818" y="1397296"/>
            <a:ext cx="1778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Omni Apex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8B45C3-E5FE-5A55-4E68-99B19E936B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742" y="1947437"/>
            <a:ext cx="1189891" cy="16320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6F079A-BEC0-615F-5CFA-1F3F5CDE252C}"/>
              </a:ext>
            </a:extLst>
          </p:cNvPr>
          <p:cNvSpPr txBox="1"/>
          <p:nvPr/>
        </p:nvSpPr>
        <p:spPr>
          <a:xfrm>
            <a:off x="4363728" y="1399666"/>
            <a:ext cx="1007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Repcci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187859A-0A40-627E-FBDA-1122D2B737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924" y="1947437"/>
            <a:ext cx="1638524" cy="137027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6950F10-2DE3-7844-CC4F-0F444E631834}"/>
              </a:ext>
            </a:extLst>
          </p:cNvPr>
          <p:cNvSpPr txBox="1"/>
          <p:nvPr/>
        </p:nvSpPr>
        <p:spPr>
          <a:xfrm>
            <a:off x="5713615" y="1397296"/>
            <a:ext cx="30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Smith and Nephew Genesis II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A1ED755-C557-4DA1-0E03-6EEF0EFF30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3539" y="1947437"/>
            <a:ext cx="1117555" cy="17100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D964885-2F08-F8FA-1B72-CC00E09705B2}"/>
              </a:ext>
            </a:extLst>
          </p:cNvPr>
          <p:cNvSpPr txBox="1"/>
          <p:nvPr/>
        </p:nvSpPr>
        <p:spPr>
          <a:xfrm>
            <a:off x="8900853" y="1397296"/>
            <a:ext cx="3047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Smith and Nephew Journey II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2D1C0D7-135B-79BF-B67C-7046812B7C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93" y="4601384"/>
            <a:ext cx="989043" cy="209036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722FCE6-F438-CC78-4FAF-6CBA825F5F6A}"/>
              </a:ext>
            </a:extLst>
          </p:cNvPr>
          <p:cNvSpPr txBox="1"/>
          <p:nvPr/>
        </p:nvSpPr>
        <p:spPr>
          <a:xfrm>
            <a:off x="-32252" y="4172988"/>
            <a:ext cx="2635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Smith and Nephew Legion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0C73172-3813-32AB-4294-A672B3472F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334" y="4830554"/>
            <a:ext cx="1091330" cy="163202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4F29C21-7919-55FA-E24A-143B6FA79C44}"/>
              </a:ext>
            </a:extLst>
          </p:cNvPr>
          <p:cNvSpPr txBox="1"/>
          <p:nvPr/>
        </p:nvSpPr>
        <p:spPr>
          <a:xfrm>
            <a:off x="2644379" y="4156361"/>
            <a:ext cx="2727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Smith and Nephew TC plus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F53A084-3722-42DA-BAC4-DD27DC507AE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496" y="4645149"/>
            <a:ext cx="1292855" cy="186952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4577A74-96FE-09FC-04E4-32E153128BA1}"/>
              </a:ext>
            </a:extLst>
          </p:cNvPr>
          <p:cNvSpPr txBox="1"/>
          <p:nvPr/>
        </p:nvSpPr>
        <p:spPr>
          <a:xfrm>
            <a:off x="5527965" y="4156361"/>
            <a:ext cx="1709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Strykler</a:t>
            </a:r>
            <a:r>
              <a:rPr lang="en-IN" dirty="0"/>
              <a:t> Scorpio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0DFC115-2E86-51F2-82E0-C22383B21E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448" y="4520038"/>
            <a:ext cx="998806" cy="211974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C6FC458-67C7-707F-789C-D8F8BF08B1C1}"/>
              </a:ext>
            </a:extLst>
          </p:cNvPr>
          <p:cNvSpPr txBox="1"/>
          <p:nvPr/>
        </p:nvSpPr>
        <p:spPr>
          <a:xfrm>
            <a:off x="7503675" y="4079762"/>
            <a:ext cx="1795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Strykler</a:t>
            </a:r>
            <a:r>
              <a:rPr lang="en-IN" dirty="0"/>
              <a:t> </a:t>
            </a:r>
            <a:r>
              <a:rPr lang="en-IN" dirty="0" err="1"/>
              <a:t>Trihaton</a:t>
            </a:r>
            <a:endParaRPr lang="en-IN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D6FB4B3-DCD1-865E-D01F-ED4BD572B0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3929" y="4601384"/>
            <a:ext cx="854330" cy="1766628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38BAFE66-082C-A1F7-18E7-98085BACAEBC}"/>
              </a:ext>
            </a:extLst>
          </p:cNvPr>
          <p:cNvSpPr txBox="1"/>
          <p:nvPr/>
        </p:nvSpPr>
        <p:spPr>
          <a:xfrm>
            <a:off x="9806589" y="4096385"/>
            <a:ext cx="194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Zimmer </a:t>
            </a:r>
            <a:r>
              <a:rPr lang="en-IN" dirty="0" err="1"/>
              <a:t>Nexgen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390A1-B776-DCC5-D5B0-583C10338297}"/>
              </a:ext>
            </a:extLst>
          </p:cNvPr>
          <p:cNvSpPr txBox="1"/>
          <p:nvPr/>
        </p:nvSpPr>
        <p:spPr>
          <a:xfrm>
            <a:off x="5123468" y="423971"/>
            <a:ext cx="613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Knee Implants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9600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853EF3-D1F1-0A8E-4131-E1C3B7AE8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1" y="1631939"/>
            <a:ext cx="1391875" cy="174355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38FAE0-83F8-8B38-CB9F-C39F6CF7CE36}"/>
              </a:ext>
            </a:extLst>
          </p:cNvPr>
          <p:cNvSpPr txBox="1"/>
          <p:nvPr/>
        </p:nvSpPr>
        <p:spPr>
          <a:xfrm>
            <a:off x="78969" y="892847"/>
            <a:ext cx="163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Zimmer </a:t>
            </a:r>
            <a:r>
              <a:rPr lang="en-IN" dirty="0" err="1"/>
              <a:t>Innex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5A0A87-9C4F-676B-08CD-F5425AB83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1065" y="1585154"/>
            <a:ext cx="1319979" cy="18371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65E2BC-15F7-864C-18AE-50120EDCC8F1}"/>
              </a:ext>
            </a:extLst>
          </p:cNvPr>
          <p:cNvSpPr txBox="1"/>
          <p:nvPr/>
        </p:nvSpPr>
        <p:spPr>
          <a:xfrm>
            <a:off x="2135094" y="867909"/>
            <a:ext cx="1637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Zimmer Oxford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2CA700-8620-580E-332D-B6EC60B16F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97" y="4343485"/>
            <a:ext cx="994352" cy="208182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26C322-8CAA-95F2-351A-3E415A75228C}"/>
              </a:ext>
            </a:extLst>
          </p:cNvPr>
          <p:cNvSpPr txBox="1"/>
          <p:nvPr/>
        </p:nvSpPr>
        <p:spPr>
          <a:xfrm>
            <a:off x="52951" y="3781735"/>
            <a:ext cx="1976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Zimmer Persona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17A9B1-CE8F-13DE-B590-2FBACAD3D5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118" y="1752080"/>
            <a:ext cx="1630017" cy="16234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23CCECE-739C-8BBD-6C5F-654A7BB03A7C}"/>
              </a:ext>
            </a:extLst>
          </p:cNvPr>
          <p:cNvSpPr txBox="1"/>
          <p:nvPr/>
        </p:nvSpPr>
        <p:spPr>
          <a:xfrm>
            <a:off x="4088118" y="1006994"/>
            <a:ext cx="1550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Corin</a:t>
            </a:r>
            <a:r>
              <a:rPr lang="en-IN" dirty="0"/>
              <a:t> </a:t>
            </a:r>
            <a:r>
              <a:rPr lang="en-IN" dirty="0" err="1"/>
              <a:t>uniglide</a:t>
            </a:r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7D49B0-9B6D-AD83-E3AE-6124F2BB44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9799" y="4285393"/>
            <a:ext cx="1250084" cy="201820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D562CD1-E23F-FE18-2F2E-9696C8B0E74E}"/>
              </a:ext>
            </a:extLst>
          </p:cNvPr>
          <p:cNvSpPr txBox="1"/>
          <p:nvPr/>
        </p:nvSpPr>
        <p:spPr>
          <a:xfrm>
            <a:off x="1909155" y="3825025"/>
            <a:ext cx="2504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Wright Medical Advance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6728F30-20A7-BB7D-55A1-1028FB32D3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235" y="4456223"/>
            <a:ext cx="1120237" cy="167654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872C017-4BF6-3845-3A89-DCB9CA8C8F9E}"/>
              </a:ext>
            </a:extLst>
          </p:cNvPr>
          <p:cNvSpPr txBox="1"/>
          <p:nvPr/>
        </p:nvSpPr>
        <p:spPr>
          <a:xfrm>
            <a:off x="4532208" y="3859966"/>
            <a:ext cx="173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DJO </a:t>
            </a:r>
            <a:r>
              <a:rPr lang="en-IN" dirty="0" err="1"/>
              <a:t>Empowr</a:t>
            </a:r>
            <a:r>
              <a:rPr lang="en-IN" dirty="0"/>
              <a:t> 3D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D836EF3-7CDA-96C6-FF4B-C262E00652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3867" y="1647090"/>
            <a:ext cx="1042002" cy="183339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A9700DC-1CC8-CD04-5D14-DBDB02BCA6DC}"/>
              </a:ext>
            </a:extLst>
          </p:cNvPr>
          <p:cNvSpPr txBox="1"/>
          <p:nvPr/>
        </p:nvSpPr>
        <p:spPr>
          <a:xfrm>
            <a:off x="6269568" y="1035524"/>
            <a:ext cx="2059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Exatech</a:t>
            </a:r>
            <a:r>
              <a:rPr lang="en-IN" dirty="0"/>
              <a:t> </a:t>
            </a:r>
            <a:r>
              <a:rPr lang="en-IN" dirty="0" err="1"/>
              <a:t>Optetrak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C0309-80A2-50A7-8188-AA32DF5015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044" y="4470301"/>
            <a:ext cx="1493649" cy="16994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8C301C3-0387-25AC-52F5-D760A6D1AD62}"/>
              </a:ext>
            </a:extLst>
          </p:cNvPr>
          <p:cNvSpPr txBox="1"/>
          <p:nvPr/>
        </p:nvSpPr>
        <p:spPr>
          <a:xfrm>
            <a:off x="6631478" y="3859966"/>
            <a:ext cx="21135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Exatech</a:t>
            </a:r>
            <a:r>
              <a:rPr lang="en-IN" dirty="0"/>
              <a:t> </a:t>
            </a:r>
            <a:r>
              <a:rPr lang="en-IN" dirty="0" err="1"/>
              <a:t>Truilent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9864A9-FF30-C3A5-5CC4-DD612269FD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1264" y="1593928"/>
            <a:ext cx="1475865" cy="18509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21C7667-1007-5648-271A-26C94C5D3614}"/>
              </a:ext>
            </a:extLst>
          </p:cNvPr>
          <p:cNvSpPr txBox="1"/>
          <p:nvPr/>
        </p:nvSpPr>
        <p:spPr>
          <a:xfrm>
            <a:off x="8480095" y="1035524"/>
            <a:ext cx="3403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Microport</a:t>
            </a:r>
            <a:r>
              <a:rPr lang="en-IN" dirty="0"/>
              <a:t> Medical Pivot Advance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78E1D4F-1029-1B7A-FD68-90F358157D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78412" y="4285393"/>
            <a:ext cx="1589653" cy="210364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FCBEF6C-FC98-6A1E-BEC8-970D9F6970CE}"/>
              </a:ext>
            </a:extLst>
          </p:cNvPr>
          <p:cNvSpPr txBox="1"/>
          <p:nvPr/>
        </p:nvSpPr>
        <p:spPr>
          <a:xfrm>
            <a:off x="9530705" y="3791162"/>
            <a:ext cx="2006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Corin </a:t>
            </a:r>
            <a:r>
              <a:rPr lang="en-IN" dirty="0" err="1"/>
              <a:t>rotaglide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0A262E-DF09-C56E-09E5-863CCABC56D3}"/>
              </a:ext>
            </a:extLst>
          </p:cNvPr>
          <p:cNvSpPr txBox="1"/>
          <p:nvPr/>
        </p:nvSpPr>
        <p:spPr>
          <a:xfrm>
            <a:off x="5173637" y="31896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Knee Implants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222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E48D07-D8D3-AA3D-E2B6-6E9804AE5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10" y="1168924"/>
            <a:ext cx="1412927" cy="17688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FEE917-8508-B311-FF8B-694CCF066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10" y="4351616"/>
            <a:ext cx="1212204" cy="17688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423F9E4-8BDC-34AD-6C91-CBB7AAFCDA66}"/>
              </a:ext>
            </a:extLst>
          </p:cNvPr>
          <p:cNvSpPr txBox="1"/>
          <p:nvPr/>
        </p:nvSpPr>
        <p:spPr>
          <a:xfrm>
            <a:off x="718310" y="461913"/>
            <a:ext cx="183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Buchel pappas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0C6181-C66E-F1C9-3EF1-31762F98B7B8}"/>
              </a:ext>
            </a:extLst>
          </p:cNvPr>
          <p:cNvSpPr txBox="1"/>
          <p:nvPr/>
        </p:nvSpPr>
        <p:spPr>
          <a:xfrm>
            <a:off x="397798" y="3735583"/>
            <a:ext cx="2477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DJO Encore Foundation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F8D5628-376B-1029-576F-E4AC7F320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687" y="1168924"/>
            <a:ext cx="1430201" cy="19595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CF6332-2637-B128-C4F9-5837EB6C0343}"/>
              </a:ext>
            </a:extLst>
          </p:cNvPr>
          <p:cNvSpPr txBox="1"/>
          <p:nvPr/>
        </p:nvSpPr>
        <p:spPr>
          <a:xfrm>
            <a:off x="3195687" y="461913"/>
            <a:ext cx="183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Depuy PFC Sigma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99A346-FE86-38FF-5DA6-33C0029117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3855" y="1168924"/>
            <a:ext cx="1269938" cy="195952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6ADAC40-A526-1C7A-33D2-8FC7DD34BAC0}"/>
              </a:ext>
            </a:extLst>
          </p:cNvPr>
          <p:cNvSpPr txBox="1"/>
          <p:nvPr/>
        </p:nvSpPr>
        <p:spPr>
          <a:xfrm>
            <a:off x="5673064" y="496027"/>
            <a:ext cx="1516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Depuy LPS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5841729-07AA-E5A6-C432-4F279FF403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0242" y="4364735"/>
            <a:ext cx="1321089" cy="203135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4D2A766-358E-D926-5F43-FAA351DBA07E}"/>
              </a:ext>
            </a:extLst>
          </p:cNvPr>
          <p:cNvSpPr txBox="1"/>
          <p:nvPr/>
        </p:nvSpPr>
        <p:spPr>
          <a:xfrm>
            <a:off x="2894271" y="3766432"/>
            <a:ext cx="24391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Depuy Orthogenesis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F203AB1-52A8-C84A-477C-1BFDF32736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45" b="7184"/>
          <a:stretch>
            <a:fillRect/>
          </a:stretch>
        </p:blipFill>
        <p:spPr>
          <a:xfrm>
            <a:off x="7831760" y="1168924"/>
            <a:ext cx="1430201" cy="14954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8FC7FA1-4A11-E5A8-4824-6A8284982508}"/>
              </a:ext>
            </a:extLst>
          </p:cNvPr>
          <p:cNvSpPr txBox="1"/>
          <p:nvPr/>
        </p:nvSpPr>
        <p:spPr>
          <a:xfrm>
            <a:off x="7362332" y="496027"/>
            <a:ext cx="2624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Howmedica</a:t>
            </a:r>
            <a:r>
              <a:rPr lang="en-IN" dirty="0"/>
              <a:t> Geometric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D788206-BFD5-ED9D-5C26-35209475C16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54" b="9577"/>
          <a:stretch>
            <a:fillRect/>
          </a:stretch>
        </p:blipFill>
        <p:spPr>
          <a:xfrm>
            <a:off x="5727294" y="4351616"/>
            <a:ext cx="1171728" cy="223772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EDB30E9-C379-D343-8683-00FCC84AE7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1760" y="4420943"/>
            <a:ext cx="2510308" cy="194103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355471D-E3E5-4609-9CB9-829B41434DB9}"/>
              </a:ext>
            </a:extLst>
          </p:cNvPr>
          <p:cNvSpPr txBox="1"/>
          <p:nvPr/>
        </p:nvSpPr>
        <p:spPr>
          <a:xfrm>
            <a:off x="8060571" y="3824294"/>
            <a:ext cx="20526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Howmedica</a:t>
            </a:r>
            <a:r>
              <a:rPr lang="en-IN" dirty="0"/>
              <a:t> Eius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828FEB3-C5D5-DB5D-F7D8-2F918FF526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068" y="967336"/>
            <a:ext cx="1409897" cy="217200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C2F0D419-E7EC-5183-6AF8-F91A38F8BCF4}"/>
              </a:ext>
            </a:extLst>
          </p:cNvPr>
          <p:cNvSpPr txBox="1"/>
          <p:nvPr/>
        </p:nvSpPr>
        <p:spPr>
          <a:xfrm>
            <a:off x="5470516" y="3791724"/>
            <a:ext cx="262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Howmedica</a:t>
            </a:r>
            <a:r>
              <a:rPr lang="en-IN" dirty="0"/>
              <a:t> </a:t>
            </a:r>
            <a:r>
              <a:rPr lang="en-IN" dirty="0" err="1"/>
              <a:t>Waldius</a:t>
            </a:r>
            <a:endParaRPr lang="en-IN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A4AE92-090D-5644-AAE2-AB000E197395}"/>
              </a:ext>
            </a:extLst>
          </p:cNvPr>
          <p:cNvSpPr txBox="1"/>
          <p:nvPr/>
        </p:nvSpPr>
        <p:spPr>
          <a:xfrm>
            <a:off x="10160219" y="321005"/>
            <a:ext cx="1836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Intermedics</a:t>
            </a:r>
            <a:r>
              <a:rPr lang="en-IN" dirty="0"/>
              <a:t> Natural Knee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EA2ADBEE-9519-6181-49FF-F532B942A9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5802" y="4364735"/>
            <a:ext cx="1171728" cy="1873870"/>
          </a:xfrm>
          <a:prstGeom prst="rect">
            <a:avLst/>
          </a:prstGeom>
        </p:spPr>
      </p:pic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C1F8D17E-BD96-2A5B-2A2D-6C9F36A7E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532745"/>
              </p:ext>
            </p:extLst>
          </p:nvPr>
        </p:nvGraphicFramePr>
        <p:xfrm>
          <a:off x="9034603" y="3705305"/>
          <a:ext cx="3003402" cy="601980"/>
        </p:xfrm>
        <a:graphic>
          <a:graphicData uri="http://schemas.openxmlformats.org/drawingml/2006/table">
            <a:tbl>
              <a:tblPr/>
              <a:tblGrid>
                <a:gridCol w="1920032">
                  <a:extLst>
                    <a:ext uri="{9D8B030D-6E8A-4147-A177-3AD203B41FA5}">
                      <a16:colId xmlns:a16="http://schemas.microsoft.com/office/drawing/2014/main" val="691043354"/>
                    </a:ext>
                  </a:extLst>
                </a:gridCol>
                <a:gridCol w="1083370">
                  <a:extLst>
                    <a:ext uri="{9D8B030D-6E8A-4147-A177-3AD203B41FA5}">
                      <a16:colId xmlns:a16="http://schemas.microsoft.com/office/drawing/2014/main" val="335289261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Link GEMINI SL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624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590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5B41A2-2D7D-0A75-17C8-AE399B4DC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84" b="19311"/>
          <a:stretch>
            <a:fillRect/>
          </a:stretch>
        </p:blipFill>
        <p:spPr>
          <a:xfrm>
            <a:off x="452423" y="678730"/>
            <a:ext cx="1913705" cy="227024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025F39-FB9A-BD0E-BDD1-737098CB9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2522100"/>
              </p:ext>
            </p:extLst>
          </p:nvPr>
        </p:nvGraphicFramePr>
        <p:xfrm>
          <a:off x="588128" y="225584"/>
          <a:ext cx="1778000" cy="327660"/>
        </p:xfrm>
        <a:graphic>
          <a:graphicData uri="http://schemas.openxmlformats.org/drawingml/2006/table">
            <a:tbl>
              <a:tblPr/>
              <a:tblGrid>
                <a:gridCol w="1778000">
                  <a:extLst>
                    <a:ext uri="{9D8B030D-6E8A-4147-A177-3AD203B41FA5}">
                      <a16:colId xmlns:a16="http://schemas.microsoft.com/office/drawing/2014/main" val="129692501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 ORTHO MRK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279079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C8FA9913-0E04-DBE1-6B5E-E56AA67DF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128" y="3917412"/>
            <a:ext cx="1143160" cy="2715004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80B00C5-6628-14FB-24C6-A8183DA10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658834"/>
              </p:ext>
            </p:extLst>
          </p:nvPr>
        </p:nvGraphicFramePr>
        <p:xfrm>
          <a:off x="588128" y="3132205"/>
          <a:ext cx="2799238" cy="601980"/>
        </p:xfrm>
        <a:graphic>
          <a:graphicData uri="http://schemas.openxmlformats.org/drawingml/2006/table">
            <a:tbl>
              <a:tblPr/>
              <a:tblGrid>
                <a:gridCol w="2799238">
                  <a:extLst>
                    <a:ext uri="{9D8B030D-6E8A-4147-A177-3AD203B41FA5}">
                      <a16:colId xmlns:a16="http://schemas.microsoft.com/office/drawing/2014/main" val="1885796610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Smith &amp; Nephew</a:t>
                      </a:r>
                    </a:p>
                    <a:p>
                      <a:pPr algn="l" fontAlgn="b"/>
                      <a:r>
                        <a:rPr lang="en-IN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Profix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35773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EBC8C0E3-D6D2-68EA-A08D-64AD7B48EE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4991" y="4163113"/>
            <a:ext cx="1404749" cy="2002018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A269CB3-9725-604E-C48A-4021831EA7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058797"/>
              </p:ext>
            </p:extLst>
          </p:nvPr>
        </p:nvGraphicFramePr>
        <p:xfrm>
          <a:off x="2753150" y="3132205"/>
          <a:ext cx="2035666" cy="601980"/>
        </p:xfrm>
        <a:graphic>
          <a:graphicData uri="http://schemas.openxmlformats.org/drawingml/2006/table">
            <a:tbl>
              <a:tblPr/>
              <a:tblGrid>
                <a:gridCol w="2035666">
                  <a:extLst>
                    <a:ext uri="{9D8B030D-6E8A-4147-A177-3AD203B41FA5}">
                      <a16:colId xmlns:a16="http://schemas.microsoft.com/office/drawing/2014/main" val="486923557"/>
                    </a:ext>
                  </a:extLst>
                </a:gridCol>
              </a:tblGrid>
              <a:tr h="171085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SMITH &amp; NEPHEW</a:t>
                      </a:r>
                    </a:p>
                    <a:p>
                      <a:pPr algn="l" fontAlgn="b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 PLUS SOLUTION</a:t>
                      </a:r>
                    </a:p>
                  </a:txBody>
                  <a:tcPr marL="7620" marR="7620" marT="762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257374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9083B960-C479-380E-F924-D2C9EFAD71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68" b="30172"/>
          <a:stretch>
            <a:fillRect/>
          </a:stretch>
        </p:blipFill>
        <p:spPr>
          <a:xfrm>
            <a:off x="5201487" y="4163113"/>
            <a:ext cx="2412365" cy="17327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37C0312-ED0F-FCD1-8C45-5A0AEF6B2085}"/>
              </a:ext>
            </a:extLst>
          </p:cNvPr>
          <p:cNvSpPr txBox="1"/>
          <p:nvPr/>
        </p:nvSpPr>
        <p:spPr>
          <a:xfrm>
            <a:off x="4989137" y="3244334"/>
            <a:ext cx="3048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SMITH &amp; NEPHEW	ANTHEM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19912FA-573E-2379-BD28-70B11E754F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82" t="20458" r="3482" b="-6051"/>
          <a:stretch>
            <a:fillRect/>
          </a:stretch>
        </p:blipFill>
        <p:spPr>
          <a:xfrm>
            <a:off x="2805510" y="806832"/>
            <a:ext cx="2183627" cy="22230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FEF484D-F4B4-43B6-FA44-EDEBE04F0B0B}"/>
              </a:ext>
            </a:extLst>
          </p:cNvPr>
          <p:cNvSpPr txBox="1"/>
          <p:nvPr/>
        </p:nvSpPr>
        <p:spPr>
          <a:xfrm>
            <a:off x="3047215" y="309398"/>
            <a:ext cx="4990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STRYKER	NRG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18F719E-57AC-91E6-958E-1B8E3C67AF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2457" y="3917412"/>
            <a:ext cx="1486107" cy="265784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7347F93-E675-60B2-735F-2278BC9550DC}"/>
              </a:ext>
            </a:extLst>
          </p:cNvPr>
          <p:cNvSpPr txBox="1"/>
          <p:nvPr/>
        </p:nvSpPr>
        <p:spPr>
          <a:xfrm>
            <a:off x="8568965" y="3244334"/>
            <a:ext cx="1489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Stryker Mako</a:t>
            </a:r>
          </a:p>
        </p:txBody>
      </p:sp>
      <p:pic>
        <p:nvPicPr>
          <p:cNvPr id="2050" name="Picture 2" descr="Wright Medical Axiom (Implant 4275) - orthopaediclist.com">
            <a:extLst>
              <a:ext uri="{FF2B5EF4-FFF2-40B4-BE49-F238E27FC236}">
                <a16:creationId xmlns:a16="http://schemas.microsoft.com/office/drawing/2014/main" id="{656ADA23-C6B1-3EDB-BAA6-8F2392E2DB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09" r="46304" b="15053"/>
          <a:stretch>
            <a:fillRect/>
          </a:stretch>
        </p:blipFill>
        <p:spPr bwMode="auto">
          <a:xfrm>
            <a:off x="5968814" y="864687"/>
            <a:ext cx="985024" cy="219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67FFC82-0EC7-9121-822C-11C068CB3A27}"/>
              </a:ext>
            </a:extLst>
          </p:cNvPr>
          <p:cNvSpPr txBox="1"/>
          <p:nvPr/>
        </p:nvSpPr>
        <p:spPr>
          <a:xfrm>
            <a:off x="5542568" y="158816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wright axiom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5011C23-E05D-68C4-8EF1-6445992579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66" b="25498"/>
          <a:stretch>
            <a:fillRect/>
          </a:stretch>
        </p:blipFill>
        <p:spPr>
          <a:xfrm>
            <a:off x="8070017" y="937994"/>
            <a:ext cx="1988383" cy="196071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13C2C2B-E8FB-AFFF-E046-046749B47B50}"/>
              </a:ext>
            </a:extLst>
          </p:cNvPr>
          <p:cNvSpPr txBox="1"/>
          <p:nvPr/>
        </p:nvSpPr>
        <p:spPr>
          <a:xfrm>
            <a:off x="8201320" y="343482"/>
            <a:ext cx="1545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Zimmer LPS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43C0C83-C094-4A90-53A1-03B9D67660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4043" y="937995"/>
            <a:ext cx="1383393" cy="196071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1E1C001-1FE7-EC23-88C4-0730BB96ED71}"/>
              </a:ext>
            </a:extLst>
          </p:cNvPr>
          <p:cNvSpPr txBox="1"/>
          <p:nvPr/>
        </p:nvSpPr>
        <p:spPr>
          <a:xfrm>
            <a:off x="10299930" y="313515"/>
            <a:ext cx="1828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Zimmer Biomet	LCCK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68A5B2C-E984-6DAC-8E9B-98E0B87066C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782" y="3774182"/>
            <a:ext cx="1143160" cy="280107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59295537-A718-3596-3519-7FBFD04BBCC6}"/>
              </a:ext>
            </a:extLst>
          </p:cNvPr>
          <p:cNvSpPr txBox="1"/>
          <p:nvPr/>
        </p:nvSpPr>
        <p:spPr>
          <a:xfrm>
            <a:off x="10432685" y="3078744"/>
            <a:ext cx="14861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ZIMMER BIOMET	OSS</a:t>
            </a:r>
          </a:p>
        </p:txBody>
      </p:sp>
    </p:spTree>
    <p:extLst>
      <p:ext uri="{BB962C8B-B14F-4D97-AF65-F5344CB8AC3E}">
        <p14:creationId xmlns:p14="http://schemas.microsoft.com/office/powerpoint/2010/main" val="3299144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D61210-C837-8707-A918-3A864B053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54" y="1234911"/>
            <a:ext cx="1961982" cy="29137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6710F2-410B-2F85-E4F4-84C6A8D93A7C}"/>
              </a:ext>
            </a:extLst>
          </p:cNvPr>
          <p:cNvSpPr txBox="1"/>
          <p:nvPr/>
        </p:nvSpPr>
        <p:spPr>
          <a:xfrm>
            <a:off x="577392" y="56005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ZIMMER	Insall </a:t>
            </a:r>
            <a:r>
              <a:rPr lang="en-IN" dirty="0" err="1"/>
              <a:t>Bursteni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E9B86A3-8D76-60E9-FF47-7275A3D75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3" t="12096" r="21704" b="1649"/>
          <a:stretch>
            <a:fillRect/>
          </a:stretch>
        </p:blipFill>
        <p:spPr>
          <a:xfrm>
            <a:off x="4137511" y="1234911"/>
            <a:ext cx="1589668" cy="28091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A2B74E6-961B-D320-79DC-987D8CF028E7}"/>
              </a:ext>
            </a:extLst>
          </p:cNvPr>
          <p:cNvSpPr txBox="1"/>
          <p:nvPr/>
        </p:nvSpPr>
        <p:spPr>
          <a:xfrm>
            <a:off x="3940404" y="560050"/>
            <a:ext cx="2464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Kyocera	Inita CR</a:t>
            </a:r>
          </a:p>
        </p:txBody>
      </p:sp>
    </p:spTree>
    <p:extLst>
      <p:ext uri="{BB962C8B-B14F-4D97-AF65-F5344CB8AC3E}">
        <p14:creationId xmlns:p14="http://schemas.microsoft.com/office/powerpoint/2010/main" val="3426116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A9B08-1892-A55A-773A-2E0E01C34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42" y="365125"/>
            <a:ext cx="11195858" cy="1325563"/>
          </a:xfrm>
        </p:spPr>
        <p:txBody>
          <a:bodyPr/>
          <a:lstStyle/>
          <a:p>
            <a:r>
              <a:rPr lang="en-IN" b="1" dirty="0"/>
              <a:t>Shoulder Implants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D689EB-33A8-498B-7354-B7C85F0576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72" y="2422338"/>
            <a:ext cx="1091267" cy="151789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DB1902-DBF5-B28B-F2F0-A2D2644979B3}"/>
              </a:ext>
            </a:extLst>
          </p:cNvPr>
          <p:cNvSpPr txBox="1"/>
          <p:nvPr/>
        </p:nvSpPr>
        <p:spPr>
          <a:xfrm>
            <a:off x="229772" y="187184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Accumed</a:t>
            </a:r>
            <a:r>
              <a:rPr lang="en-IN" dirty="0"/>
              <a:t> </a:t>
            </a:r>
            <a:r>
              <a:rPr lang="en-IN" dirty="0" err="1"/>
              <a:t>Polarus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CD6306-02F9-A3AB-BD85-55BB1FD6D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555" y="2497152"/>
            <a:ext cx="1108287" cy="14430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6BAC01C-DE4C-D230-B3AF-C4AC2AE60D09}"/>
              </a:ext>
            </a:extLst>
          </p:cNvPr>
          <p:cNvSpPr txBox="1"/>
          <p:nvPr/>
        </p:nvSpPr>
        <p:spPr>
          <a:xfrm>
            <a:off x="229772" y="4330115"/>
            <a:ext cx="1704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Arthex</a:t>
            </a:r>
            <a:r>
              <a:rPr lang="en-IN" dirty="0"/>
              <a:t> Inverse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DE2581-6EBC-57E8-5F31-AE7D0FAACF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378" y="4746697"/>
            <a:ext cx="1078333" cy="20032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909E9EF-60FA-6669-8F14-FE25A90EDC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736" y="4813581"/>
            <a:ext cx="1742493" cy="16792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0E0D2F2-8230-C60D-5CBB-367BCB07A539}"/>
              </a:ext>
            </a:extLst>
          </p:cNvPr>
          <p:cNvSpPr txBox="1"/>
          <p:nvPr/>
        </p:nvSpPr>
        <p:spPr>
          <a:xfrm>
            <a:off x="2401735" y="4330115"/>
            <a:ext cx="1742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Arthex</a:t>
            </a:r>
            <a:r>
              <a:rPr lang="en-IN" dirty="0"/>
              <a:t> Universe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51BD9B3-A4AF-9110-086C-C94CCD98125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253" y="4813581"/>
            <a:ext cx="1201259" cy="183022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0961BEF-A492-792D-FFA3-9237FB842D93}"/>
              </a:ext>
            </a:extLst>
          </p:cNvPr>
          <p:cNvSpPr txBox="1"/>
          <p:nvPr/>
        </p:nvSpPr>
        <p:spPr>
          <a:xfrm>
            <a:off x="5050442" y="4330115"/>
            <a:ext cx="1201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Biboquet</a:t>
            </a:r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DF0055D-8BA2-8E29-FE8F-8635AC5011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1992" y="2377645"/>
            <a:ext cx="1111933" cy="174897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89E8998-C70F-1204-FB01-20A5CF0B2052}"/>
              </a:ext>
            </a:extLst>
          </p:cNvPr>
          <p:cNvSpPr txBox="1"/>
          <p:nvPr/>
        </p:nvSpPr>
        <p:spPr>
          <a:xfrm>
            <a:off x="3008502" y="1871847"/>
            <a:ext cx="2271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Biomet Bio Angular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0E130CF-4835-8BF5-B9C9-0A32D5FA7A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5881" y="2497152"/>
            <a:ext cx="1120237" cy="135647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EEFCD14-6A01-B38F-F0C2-A7DB0B334A8B}"/>
              </a:ext>
            </a:extLst>
          </p:cNvPr>
          <p:cNvSpPr txBox="1"/>
          <p:nvPr/>
        </p:nvSpPr>
        <p:spPr>
          <a:xfrm>
            <a:off x="5279954" y="1928250"/>
            <a:ext cx="2371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Biomet Comprehensive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F085E6E-1937-91E5-1D68-AA634D467CA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470" y="4763721"/>
            <a:ext cx="1377057" cy="183022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57CA4235-F719-F005-75ED-09AAEF78BD42}"/>
              </a:ext>
            </a:extLst>
          </p:cNvPr>
          <p:cNvSpPr txBox="1"/>
          <p:nvPr/>
        </p:nvSpPr>
        <p:spPr>
          <a:xfrm>
            <a:off x="6502352" y="4354419"/>
            <a:ext cx="2371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Biomet Verso Reverse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374DA39-CF4C-21DA-D404-CD227896D8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6218" y="4982646"/>
            <a:ext cx="1005253" cy="139236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F614B0E-9DB4-EE21-F955-A682D3D211A9}"/>
              </a:ext>
            </a:extLst>
          </p:cNvPr>
          <p:cNvSpPr txBox="1"/>
          <p:nvPr/>
        </p:nvSpPr>
        <p:spPr>
          <a:xfrm>
            <a:off x="8873557" y="4444249"/>
            <a:ext cx="1332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Copeland</a:t>
            </a:r>
            <a:endParaRPr lang="en-IN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41436999-11BB-5995-C0DC-91FC54C73F9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5702" y="2405871"/>
            <a:ext cx="1171055" cy="1748978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A77BFF9-630C-E607-F4AF-98F3D223F19A}"/>
              </a:ext>
            </a:extLst>
          </p:cNvPr>
          <p:cNvSpPr txBox="1"/>
          <p:nvPr/>
        </p:nvSpPr>
        <p:spPr>
          <a:xfrm>
            <a:off x="8033613" y="1959223"/>
            <a:ext cx="15152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Depuy</a:t>
            </a:r>
            <a:r>
              <a:rPr lang="en-IN" dirty="0"/>
              <a:t> Delta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1425AFEE-BAB5-CF25-1A61-26360415F46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662" y="2678842"/>
            <a:ext cx="1252138" cy="1203035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21DA0E34-B6D8-D158-84BD-985349555CDE}"/>
              </a:ext>
            </a:extLst>
          </p:cNvPr>
          <p:cNvSpPr txBox="1"/>
          <p:nvPr/>
        </p:nvSpPr>
        <p:spPr>
          <a:xfrm>
            <a:off x="9810710" y="2090348"/>
            <a:ext cx="2231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Depuy</a:t>
            </a:r>
            <a:r>
              <a:rPr lang="en-IN" dirty="0"/>
              <a:t> global cap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017DD21-C40F-17DC-6F96-E7C25596369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850" y="4957043"/>
            <a:ext cx="1105900" cy="139236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607702B-4D39-38B9-4DA5-396D1B2EA656}"/>
              </a:ext>
            </a:extLst>
          </p:cNvPr>
          <p:cNvSpPr txBox="1"/>
          <p:nvPr/>
        </p:nvSpPr>
        <p:spPr>
          <a:xfrm>
            <a:off x="10449507" y="4379735"/>
            <a:ext cx="1742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Altivate</a:t>
            </a:r>
            <a:r>
              <a:rPr lang="en-IN" dirty="0"/>
              <a:t> Reverse</a:t>
            </a:r>
          </a:p>
        </p:txBody>
      </p:sp>
    </p:spTree>
    <p:extLst>
      <p:ext uri="{BB962C8B-B14F-4D97-AF65-F5344CB8AC3E}">
        <p14:creationId xmlns:p14="http://schemas.microsoft.com/office/powerpoint/2010/main" val="2943103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38E2-06E3-A1D7-A922-506F0A599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F1A971-2CE9-1148-920D-D9C598E1DB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80" y="2429629"/>
            <a:ext cx="1675346" cy="124321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877F27-1056-59B6-12E2-8C8B6D368661}"/>
              </a:ext>
            </a:extLst>
          </p:cNvPr>
          <p:cNvSpPr txBox="1"/>
          <p:nvPr/>
        </p:nvSpPr>
        <p:spPr>
          <a:xfrm>
            <a:off x="144919" y="1875492"/>
            <a:ext cx="17863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Exatech</a:t>
            </a:r>
            <a:r>
              <a:rPr lang="en-IN" dirty="0"/>
              <a:t> Equinox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7E1F68-178F-F8D0-56D2-155C0871B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28" y="4965717"/>
            <a:ext cx="862505" cy="140749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1B5181-F33D-5A4B-AF46-6BC777EC9178}"/>
              </a:ext>
            </a:extLst>
          </p:cNvPr>
          <p:cNvSpPr txBox="1"/>
          <p:nvPr/>
        </p:nvSpPr>
        <p:spPr>
          <a:xfrm>
            <a:off x="395952" y="4366552"/>
            <a:ext cx="2146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Exatech</a:t>
            </a:r>
            <a:r>
              <a:rPr lang="en-IN" dirty="0"/>
              <a:t> Interspace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D29D83-04B9-CCA9-8E18-EE1457183E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246" y="5079076"/>
            <a:ext cx="1393149" cy="11617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A2AC5CB-A327-15AE-5DAC-E1E4B9C4EE31}"/>
              </a:ext>
            </a:extLst>
          </p:cNvPr>
          <p:cNvSpPr txBox="1"/>
          <p:nvPr/>
        </p:nvSpPr>
        <p:spPr>
          <a:xfrm>
            <a:off x="2466802" y="4366552"/>
            <a:ext cx="21135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Mathys</a:t>
            </a:r>
            <a:r>
              <a:rPr lang="en-IN" dirty="0"/>
              <a:t> </a:t>
            </a:r>
            <a:r>
              <a:rPr lang="en-IN" dirty="0" err="1"/>
              <a:t>Affins</a:t>
            </a:r>
            <a:r>
              <a:rPr lang="en-IN" dirty="0"/>
              <a:t> Short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3A3DDCE-7F43-6993-FB2A-87A0687127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2423" y="2339572"/>
            <a:ext cx="1448649" cy="133327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69AF321-29F6-1608-5C03-834A66AAF18F}"/>
              </a:ext>
            </a:extLst>
          </p:cNvPr>
          <p:cNvSpPr txBox="1"/>
          <p:nvPr/>
        </p:nvSpPr>
        <p:spPr>
          <a:xfrm>
            <a:off x="2514253" y="1867411"/>
            <a:ext cx="1691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Biomet </a:t>
            </a:r>
            <a:r>
              <a:rPr lang="en-IN" dirty="0" err="1"/>
              <a:t>Sidus</a:t>
            </a: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C9E3FF5-DBA7-4BC3-AD3B-38B0460631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315" y="2339572"/>
            <a:ext cx="852459" cy="181695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31E219C-2245-084D-D2DB-53A43F7D4CCB}"/>
              </a:ext>
            </a:extLst>
          </p:cNvPr>
          <p:cNvSpPr txBox="1"/>
          <p:nvPr/>
        </p:nvSpPr>
        <p:spPr>
          <a:xfrm>
            <a:off x="4320193" y="1826340"/>
            <a:ext cx="29364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Smith and Nephew Promos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733D13B-B68D-7730-B00D-A2F80FFA47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927" y="4758362"/>
            <a:ext cx="930073" cy="182478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FCBEBFC-8CA3-4825-4B4E-FA2759B13FFE}"/>
              </a:ext>
            </a:extLst>
          </p:cNvPr>
          <p:cNvSpPr txBox="1"/>
          <p:nvPr/>
        </p:nvSpPr>
        <p:spPr>
          <a:xfrm>
            <a:off x="4613564" y="4388752"/>
            <a:ext cx="2662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Smith and Nephew </a:t>
            </a:r>
            <a:r>
              <a:rPr lang="en-IN" dirty="0" err="1"/>
              <a:t>Neer</a:t>
            </a:r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6B0A1E3-8BDB-2486-1E68-3FBC87D00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550" y="4860244"/>
            <a:ext cx="1122770" cy="181695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C77C164-E207-24D7-C462-71CC1E21513A}"/>
              </a:ext>
            </a:extLst>
          </p:cNvPr>
          <p:cNvSpPr txBox="1"/>
          <p:nvPr/>
        </p:nvSpPr>
        <p:spPr>
          <a:xfrm>
            <a:off x="7462751" y="4366552"/>
            <a:ext cx="1997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Stryker O leary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3953028-509B-8B2E-2AD8-9495D080EE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751" y="2427169"/>
            <a:ext cx="1912457" cy="156637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9027D1E2-C3FC-24F1-5C51-5BCFBADF4CB7}"/>
              </a:ext>
            </a:extLst>
          </p:cNvPr>
          <p:cNvSpPr txBox="1"/>
          <p:nvPr/>
        </p:nvSpPr>
        <p:spPr>
          <a:xfrm>
            <a:off x="7370617" y="1815048"/>
            <a:ext cx="19805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Tornier </a:t>
            </a:r>
            <a:r>
              <a:rPr lang="en-IN" dirty="0" err="1"/>
              <a:t>Simpliciti</a:t>
            </a:r>
            <a:endParaRPr lang="en-IN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58BB4F9-A083-DE07-388E-33D886773F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4891" y="2282231"/>
            <a:ext cx="878395" cy="181695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5DDC94D-540D-B6B6-5B9E-F406D8F9DDD9}"/>
              </a:ext>
            </a:extLst>
          </p:cNvPr>
          <p:cNvSpPr txBox="1"/>
          <p:nvPr/>
        </p:nvSpPr>
        <p:spPr>
          <a:xfrm>
            <a:off x="9677747" y="1795851"/>
            <a:ext cx="2229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Lima Corporate SMR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92A809F-3186-AF9A-989F-EE6605AD74B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4977" y="4959026"/>
            <a:ext cx="1188823" cy="161939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AF0BD3A-A98F-2176-E94F-E593612586B5}"/>
              </a:ext>
            </a:extLst>
          </p:cNvPr>
          <p:cNvSpPr txBox="1"/>
          <p:nvPr/>
        </p:nvSpPr>
        <p:spPr>
          <a:xfrm>
            <a:off x="9846660" y="4366552"/>
            <a:ext cx="18920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Exatech</a:t>
            </a:r>
            <a:r>
              <a:rPr lang="en-IN" dirty="0"/>
              <a:t> Equinox</a:t>
            </a:r>
          </a:p>
        </p:txBody>
      </p:sp>
    </p:spTree>
    <p:extLst>
      <p:ext uri="{BB962C8B-B14F-4D97-AF65-F5344CB8AC3E}">
        <p14:creationId xmlns:p14="http://schemas.microsoft.com/office/powerpoint/2010/main" val="499985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B7136-BD38-0DEC-AFCD-8DD7A8EA6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5DF235C-4A0C-76DB-DF35-4B953E75FC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73" y="2110693"/>
            <a:ext cx="1664069" cy="207892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AAE482-2084-6751-EFB8-72F658187D2E}"/>
              </a:ext>
            </a:extLst>
          </p:cNvPr>
          <p:cNvSpPr txBox="1"/>
          <p:nvPr/>
        </p:nvSpPr>
        <p:spPr>
          <a:xfrm>
            <a:off x="472073" y="1741361"/>
            <a:ext cx="1490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FX Easy Tech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CE1126-6562-0654-95C1-1CE9A1CFED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73" y="4834830"/>
            <a:ext cx="1328065" cy="165804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CCB296-0602-B42B-460B-D43B691CDBFB}"/>
              </a:ext>
            </a:extLst>
          </p:cNvPr>
          <p:cNvSpPr txBox="1"/>
          <p:nvPr/>
        </p:nvSpPr>
        <p:spPr>
          <a:xfrm>
            <a:off x="326600" y="4377976"/>
            <a:ext cx="1781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Tornier </a:t>
            </a:r>
            <a:r>
              <a:rPr lang="en-IN" dirty="0" err="1"/>
              <a:t>Aquelis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7594F9-CF80-14F1-18E3-6CC3A70278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9825" y="2145252"/>
            <a:ext cx="1964009" cy="20098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593252E-839C-1A3B-C427-754810015237}"/>
              </a:ext>
            </a:extLst>
          </p:cNvPr>
          <p:cNvSpPr txBox="1"/>
          <p:nvPr/>
        </p:nvSpPr>
        <p:spPr>
          <a:xfrm>
            <a:off x="2639353" y="1716024"/>
            <a:ext cx="2204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FX Easy Tech Reverse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40E79B1-077D-C8A8-A0F1-169561C791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485" y="5046578"/>
            <a:ext cx="990686" cy="123454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FCFC475-EE40-6C3F-96D0-EFB51097DB68}"/>
              </a:ext>
            </a:extLst>
          </p:cNvPr>
          <p:cNvSpPr txBox="1"/>
          <p:nvPr/>
        </p:nvSpPr>
        <p:spPr>
          <a:xfrm>
            <a:off x="2938947" y="4551498"/>
            <a:ext cx="1795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FH Ortho Arrow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43BAEEE-A104-6EDD-9F2B-3BAE80F88E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7517" y="2151152"/>
            <a:ext cx="1230007" cy="203846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CBC368-036A-DC1B-6A74-0BEF950F04E4}"/>
              </a:ext>
            </a:extLst>
          </p:cNvPr>
          <p:cNvSpPr txBox="1"/>
          <p:nvPr/>
        </p:nvSpPr>
        <p:spPr>
          <a:xfrm>
            <a:off x="5113995" y="1741361"/>
            <a:ext cx="23541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Zimmer Anatomical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BDF15FE-02D7-7A73-D0E1-AC82DCA292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655" y="5067932"/>
            <a:ext cx="1024522" cy="159188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45421C3-C76B-7704-F0B3-5EA6107C7546}"/>
              </a:ext>
            </a:extLst>
          </p:cNvPr>
          <p:cNvSpPr txBox="1"/>
          <p:nvPr/>
        </p:nvSpPr>
        <p:spPr>
          <a:xfrm>
            <a:off x="5231945" y="4671304"/>
            <a:ext cx="19640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Zimmer </a:t>
            </a:r>
            <a:r>
              <a:rPr lang="en-IN" dirty="0" err="1"/>
              <a:t>Bigalini</a:t>
            </a:r>
            <a:endParaRPr lang="en-IN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8C7877E-5672-C606-31A9-ED1327F241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883" y="2312205"/>
            <a:ext cx="1205590" cy="171635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E444085-2FC7-5B7A-2CFC-0368E584C6F9}"/>
              </a:ext>
            </a:extLst>
          </p:cNvPr>
          <p:cNvSpPr txBox="1"/>
          <p:nvPr/>
        </p:nvSpPr>
        <p:spPr>
          <a:xfrm>
            <a:off x="7212746" y="1852401"/>
            <a:ext cx="16858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Zimmer Cofield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740B2F4-D495-8D07-8CC6-520606C90D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6661" y="4994380"/>
            <a:ext cx="918267" cy="1738989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7106BF3-9466-46D2-1A75-559328F3000A}"/>
              </a:ext>
            </a:extLst>
          </p:cNvPr>
          <p:cNvSpPr txBox="1"/>
          <p:nvPr/>
        </p:nvSpPr>
        <p:spPr>
          <a:xfrm>
            <a:off x="7277399" y="4551498"/>
            <a:ext cx="15565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Zimmer </a:t>
            </a:r>
            <a:r>
              <a:rPr lang="en-IN" dirty="0" err="1"/>
              <a:t>Fenlin</a:t>
            </a:r>
            <a:endParaRPr lang="en-IN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0BED758-5190-CDB4-2E34-4ED6D9C6F34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321" y="4920830"/>
            <a:ext cx="1556558" cy="1595689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B29AC03-7D62-0064-B867-368878FBAB51}"/>
              </a:ext>
            </a:extLst>
          </p:cNvPr>
          <p:cNvSpPr txBox="1"/>
          <p:nvPr/>
        </p:nvSpPr>
        <p:spPr>
          <a:xfrm>
            <a:off x="9508321" y="4428897"/>
            <a:ext cx="1795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Catalyst Ortho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360975D4-F54A-E9C8-F6B0-3A36700FE99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068" y="2375949"/>
            <a:ext cx="839210" cy="1813665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1A249601-A381-C03B-FEAF-5382DBF6FD0A}"/>
              </a:ext>
            </a:extLst>
          </p:cNvPr>
          <p:cNvSpPr txBox="1"/>
          <p:nvPr/>
        </p:nvSpPr>
        <p:spPr>
          <a:xfrm>
            <a:off x="8833957" y="1840598"/>
            <a:ext cx="3210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Smith and Nephew Titan</a:t>
            </a:r>
          </a:p>
        </p:txBody>
      </p:sp>
    </p:spTree>
    <p:extLst>
      <p:ext uri="{BB962C8B-B14F-4D97-AF65-F5344CB8AC3E}">
        <p14:creationId xmlns:p14="http://schemas.microsoft.com/office/powerpoint/2010/main" val="1103218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48584</TotalTime>
  <Words>259</Words>
  <Application>Microsoft Office PowerPoint</Application>
  <PresentationFormat>Widescreen</PresentationFormat>
  <Paragraphs>103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Knee Implants</vt:lpstr>
      <vt:lpstr>Knee Implants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Shoulder Implants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Auxilia Auxilia jossie</dc:creator>
  <cp:lastModifiedBy>Auxilia Auxilia jossie</cp:lastModifiedBy>
  <cp:revision>10</cp:revision>
  <dcterms:created xsi:type="dcterms:W3CDTF">2024-10-05T16:11:10Z</dcterms:created>
  <dcterms:modified xsi:type="dcterms:W3CDTF">2025-07-06T07:51:07Z</dcterms:modified>
</cp:coreProperties>
</file>